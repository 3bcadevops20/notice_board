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Notice Board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Full Stack Web Application</a:t>
            </a:r>
          </a:p>
          <a:p>
            <a:r>
              <a:t>React + Spring Boot + DevOps Tools</a:t>
            </a:r>
          </a:p>
          <a:p/>
          <a:p>
            <a:r>
              <a:t>Developed by: Sridhar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Users can view notices</a:t>
            </a:r>
          </a:p>
          <a:p>
            <a:pPr lvl="1"/>
            <a:r>
              <a:t>• Admin can create and manage notices</a:t>
            </a:r>
          </a:p>
          <a:p>
            <a:pPr lvl="1"/>
            <a:r>
              <a:t>• Real-time API integration</a:t>
            </a:r>
          </a:p>
          <a:p>
            <a:pPr lvl="1"/>
            <a:r>
              <a:t>• Cloud-based deployment</a:t>
            </a:r>
          </a:p>
          <a:p>
            <a:pPr lvl="1"/>
            <a:r>
              <a:t>• Full Stack + DevOps implementation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(Vercel)</a:t>
            </a:r>
          </a:p>
          <a:p>
            <a:pPr lvl="1"/>
            <a:r>
              <a:t>Backend: Spring Boot (Render)</a:t>
            </a:r>
          </a:p>
          <a:p>
            <a:pPr lvl="1"/>
            <a:r>
              <a:t>Database: H2 Database</a:t>
            </a:r>
          </a:p>
          <a:p>
            <a:pPr lvl="1"/>
            <a:r>
              <a:t>DevOps: GitHub, Docker, SonarCloud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Technologies: React, Axios, HTML, CSS, JavaScript</a:t>
            </a:r>
          </a:p>
          <a:p>
            <a:pPr lvl="1"/>
            <a:r>
              <a:t>Features:</a:t>
            </a:r>
          </a:p>
          <a:p>
            <a:pPr lvl="1"/>
            <a:r>
              <a:t>Display Notices</a:t>
            </a:r>
          </a:p>
          <a:p>
            <a:pPr lvl="1"/>
            <a:r>
              <a:t>Admin Management Page</a:t>
            </a:r>
          </a:p>
          <a:p>
            <a:pPr lvl="1"/>
            <a:r>
              <a:t>Responsive UI</a:t>
            </a:r>
          </a:p>
          <a:p>
            <a:pPr lvl="1"/>
            <a:r>
              <a:t>Live URL: https://notice-board-sand.vercel.app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Technologies: Java, Spring Boot, Spring Data JPA</a:t>
            </a:r>
          </a:p>
          <a:p>
            <a:pPr lvl="1"/>
            <a:r>
              <a:t>Database: H2 Database</a:t>
            </a:r>
          </a:p>
          <a:p>
            <a:pPr lvl="1"/>
            <a:r>
              <a:t>REST API with CRUD Operations</a:t>
            </a:r>
          </a:p>
          <a:p>
            <a:pPr lvl="1"/>
            <a:r>
              <a:t>Live API: https://notice-board20.onrender.com/api/notices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Version Control: GitHub</a:t>
            </a:r>
          </a:p>
          <a:p>
            <a:pPr lvl="1"/>
            <a:r>
              <a:t>Code Quality: SonarCloud</a:t>
            </a:r>
          </a:p>
          <a:p>
            <a:pPr lvl="1"/>
            <a:r>
              <a:t>Containerization: Docker</a:t>
            </a:r>
          </a:p>
          <a:p>
            <a:pPr lvl="1"/>
            <a:r>
              <a:t>CI/CD: GitHub Actions</a:t>
            </a:r>
          </a:p>
          <a:p>
            <a:pPr lvl="1"/>
            <a:r>
              <a:t>Deployment: Render &amp; Vercel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SonarCloud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Static Code Analysis</a:t>
            </a:r>
          </a:p>
          <a:p>
            <a:pPr lvl="1"/>
            <a:r>
              <a:t>Bug Detection</a:t>
            </a:r>
          </a:p>
          <a:p>
            <a:pPr lvl="1"/>
            <a:r>
              <a:t>Code Smell Identification</a:t>
            </a:r>
          </a:p>
          <a:p>
            <a:pPr lvl="1"/>
            <a:r>
              <a:t>Maintainability Check</a:t>
            </a:r>
          </a:p>
          <a:p>
            <a:pPr lvl="1"/>
            <a:r>
              <a:t>Quality Gate: PASSED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 Push → GitHub</a:t>
            </a:r>
          </a:p>
          <a:p>
            <a:pPr lvl="1"/>
            <a:r>
              <a:t>CI/CD Pipeline Triggered</a:t>
            </a:r>
          </a:p>
          <a:p>
            <a:pPr lvl="1"/>
            <a:r>
              <a:t>Automatic Deployment</a:t>
            </a:r>
          </a:p>
          <a:p>
            <a:pPr lvl="1"/>
            <a:r>
              <a:t>Frontend: Vercel</a:t>
            </a:r>
          </a:p>
          <a:p>
            <a:pPr lvl="1"/>
            <a:r>
              <a:t>Backend: Render (Free Plan Auto Sleep)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 Stack Application</a:t>
            </a:r>
          </a:p>
          <a:p>
            <a:pPr lvl="1"/>
            <a:r>
              <a:t>REST API Integration</a:t>
            </a:r>
          </a:p>
          <a:p>
            <a:pPr lvl="1"/>
            <a:r>
              <a:t>Cloud Deployment</a:t>
            </a:r>
          </a:p>
          <a:p>
            <a:pPr lvl="1"/>
            <a:r>
              <a:t>DevOps Integration</a:t>
            </a:r>
          </a:p>
          <a:p>
            <a:pPr lvl="1"/>
            <a:r>
              <a:t>Clean &amp; Responsive UI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Authentication</a:t>
            </a:r>
          </a:p>
          <a:p>
            <a:pPr lvl="1"/>
            <a:r>
              <a:t>Role-Based Access Control</a:t>
            </a:r>
          </a:p>
          <a:p>
            <a:pPr lvl="1"/>
            <a:r>
              <a:t>MySQL/PostgreSQL Integration</a:t>
            </a:r>
          </a:p>
          <a:p>
            <a:pPr lvl="1"/>
            <a:r>
              <a:t>Email Notifications</a:t>
            </a:r>
          </a:p>
          <a:p>
            <a:pPr lvl="1"/>
            <a:r>
              <a:t>Admin Dashboard Analytics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Demonstrates Full Stack Development</a:t>
            </a:r>
          </a:p>
          <a:p>
            <a:pPr lvl="1"/>
            <a:r>
              <a:t>Backend API Design</a:t>
            </a:r>
          </a:p>
          <a:p>
            <a:pPr lvl="1"/>
            <a:r>
              <a:t>Cloud Deployment</a:t>
            </a:r>
          </a:p>
          <a:p>
            <a:pPr lvl="1"/>
            <a:r>
              <a:t>DevOps Practices</a:t>
            </a:r>
          </a:p>
          <a:p>
            <a:pPr lvl="1"/>
            <a:r>
              <a:t>Code Quality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